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4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slice, clean and format text in Python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app collects names and emails typed by real users.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type extra spaces and wrong capitals. Today Ravi learns to read, cut, clean and check text.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quot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strings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hash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scissors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wrench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sparkles_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strings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badge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String?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you type on a phone, every name on a form and every address on an order is text. A string is how a program holds that text safely.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characters, such as letters, digits, spaces and symbols, written inside quotes.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addresses, messages, passwords, search words and almost every screen of every app.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STRINGS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Text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7" name="Image 1" descr="assets/icon2_quot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quotes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placed between a pair of single quotes.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12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'Ravi' shows Ravi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7388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3" name="Image 2" descr="assets/icon2_quo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50545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4703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46532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result. Handy when the text itself has an apostrophe.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60248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60248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fine" shows It's fine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1624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9" name="Image 3" descr="assets/icon2_filetex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660" y="250545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8939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quotes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10768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several lines together, such as an address or a long message.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824484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4484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lines in, two lines out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6" name="Image 4" descr="assets/icon2_user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kind of quote you start with, you must end with the same kind.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Finding One Character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in a theatre have numbers, and the first row from the front is row zero in Python. You can also count from the back, where the last seat is minus one.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means picking one character using its position number. Positions start at 0 from the left and at -1 from the right.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first letter of a name, the last digit of a number, checking a code prefix and validating the start of a phone number.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Has a Seat Number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FROM THE LEFT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FROM THE RIGHT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01368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801368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01368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801368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71216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71216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71216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871216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41064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941064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41064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3941064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10912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10912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10912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5010912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080760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08076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80760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080760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50608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150608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50608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7150608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220456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220456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0456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8220456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290304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290304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90304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9290304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0360152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60152" y="2926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10360152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731520" y="4434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04672" y="454456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letter: position 0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822960" y="4873752"/>
            <a:ext cx="320040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position -10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4251960" y="4434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325112" y="454456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letter: position -1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343400" y="4873752"/>
            <a:ext cx="320040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position 9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7772400" y="443484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845552" y="4544568"/>
            <a:ext cx="35112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20 does not exist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7863840" y="4873752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shows an IndexError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59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cannot be changed letter by letter. Trying to do so gives a TypeError.</a:t>
            </a:r>
            <a:endParaRPr lang="en-US" sz="1400" dirty="0"/>
          </a:p>
        </p:txBody>
      </p:sp>
      <p:sp>
        <p:nvSpPr>
          <p:cNvPr id="63" name="Text 5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Cutting Out a Part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cut a slice of cake you choose where the knife starts and where it stops. The piece at the stopping point is not part of your slice.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takes a part of a string using a start position, a stop position and an optional step. The stop position is never included.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area code from a phone number, the year from a date, the first name from a full name and reversing text.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Start, Stop and Step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468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0, stop 4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0 to 3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66160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96512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96512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6864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57216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57216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87568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87568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48272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48272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278624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78624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808976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08976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339328" y="251460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39328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052560" y="25146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52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915400" y="2766060"/>
            <a:ext cx="11887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31520" y="3364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5, no stop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position 5 to the end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566160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096512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96512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626864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26864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157216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57216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687568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87568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217920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217920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748272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748272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278624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278624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808976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808976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339328" y="3410712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339328" y="341071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9052560" y="341071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052560" y="3410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Kumar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8915400" y="3662172"/>
            <a:ext cx="11887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Text 51"/>
          <p:cNvSpPr txBox="1"/>
          <p:nvPr/>
        </p:nvSpPr>
        <p:spPr>
          <a:xfrm>
            <a:off x="731520" y="426110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of -1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the end to the start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3566160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566160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4096512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096512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4626864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626864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157216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157216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687568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687568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6217920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217920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6748272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748272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7278624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7278624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808976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808976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8339328" y="4306824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8339328" y="43068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9052560" y="430682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052560" y="43068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ramuK ivaR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8915400" y="4558284"/>
            <a:ext cx="11887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8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81" name="Shape 7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 of 5 and no stop means: begin at position 5 and keep going to the end.</a:t>
            </a:r>
            <a:endParaRPr lang="en-US" sz="1400" dirty="0"/>
          </a:p>
        </p:txBody>
      </p:sp>
      <p:sp>
        <p:nvSpPr>
          <p:cNvPr id="84" name="Text 8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85" name="Text 8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Methods: Ready Made Text Tools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editor has buttons for UPPERCASE, trimming spaces and find and replace. Each button changes or checks the text without you retyping it.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method is a ready made action that belongs to a string. You write it after the text with a dot, such as upper(), strip() or replace().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user input, searching text, formatting names and reports, and preparing text data for analysis.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AT WORK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Tools You Will Use Every Day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Ravi  "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"Ravi"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45186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902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8902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58902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7220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89254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2970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title()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02970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902970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3152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kumar, kumar to raj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raj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345186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8902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58902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a,b,c cut at commas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358902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items a, b, c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617220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inside Ravi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2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889254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970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02970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inside banana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902970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never changes the original text. It gives back a new, changed copy.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Strings: Fill in the Blanks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wedding invitation is printed from one template. The blanks for the guest name and the date are filled in automatically for every guest.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 string is a string with the letter f before the quotes. Names placed inside curly braces are replaced by their values.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receipts, email and SMS templates, log messages and reports that mix names with amounts.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STRINGS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Template, Many Messages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WITH BLANKS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6334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33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6334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560320" y="26334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26334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633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old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08960" y="3200400"/>
            <a:ext cx="0" cy="41148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822960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9319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560320" y="39319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6032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108960" y="4434840"/>
            <a:ext cx="0" cy="22860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22960" y="468172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817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is 21 years old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0" y="24688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3" name="Image 1" descr="assets/icon2_has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40" y="2578608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473952" y="3145536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decimal places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492240" y="3493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 can be shown as 99.50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400800" y="39776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7" name="Image 2" descr="assets/icon2_has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4087368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473952" y="4654296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separator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492240" y="50017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1234567 can be shown as 1,234,567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 strings you would join many small pieces by hand. The template is easier to read.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VALIDATING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Email to a Safe Email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606040"/>
            <a:ext cx="2011680" cy="822960"/>
          </a:xfrm>
          <a:prstGeom prst="flowChartInputOutput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72922" y="2606040"/>
            <a:ext cx="15288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 email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00400" y="2606040"/>
            <a:ext cx="2011680" cy="82296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73552" y="26060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 spaces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0" y="2606040"/>
            <a:ext cx="2011680" cy="82296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42432" y="26060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lowercase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38160" y="2331720"/>
            <a:ext cx="3291840" cy="137160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96528" y="2331720"/>
            <a:ext cx="19751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@ and ends with .com?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2770632" y="3017520"/>
            <a:ext cx="40233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39512" y="3017520"/>
            <a:ext cx="40233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708392" y="3017520"/>
            <a:ext cx="40233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8595360" y="3721608"/>
            <a:ext cx="1188720" cy="612648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822960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784080" y="3721608"/>
            <a:ext cx="914400" cy="61264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037844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98080" y="4370832"/>
            <a:ext cx="2194560" cy="64008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71232" y="4370832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email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966960" y="4370832"/>
            <a:ext cx="1463040" cy="64008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40112" y="4370832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again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840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BY THE USER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411480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114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Ravi@Gmail.com   (extra spaces and capitals)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572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31520" y="484632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4846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ravi@gmail.com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3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first, then check. A tidy value is much easier to validate.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Everywhere in Real Software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customer names and cleaning addresses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product names and tags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msg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sorting chat messages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a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usernames, hashtags and captions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mail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checks an email address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user_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Generator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username from a full name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filetext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Message Builder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names and amounts into a template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search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 Tool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counts words in a text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Count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word. Count how many vowels it has.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Palindrome Check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word. Say whether it reads the same backwards.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madam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Palindrome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Name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name with extra spaces and wrong capitals. Show it neatly.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rAVI kUMAR 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Kumar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9154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6926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name and a city. Build the message with an f string.</a:t>
            </a:r>
            <a:endParaRPr lang="en-US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1440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Ravi, Chennai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1440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1440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Ravi from Chennai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has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has a position. Indexing picks one, slicing cuts a part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wren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clean, change and check text without retyping it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sparkles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strings fill values into a template for clear messages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4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read, slice, clean, format and validate text in his programs.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5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 learns to keep many values together, change them and keep some of them fixed.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·  Week 1  ·  Day 4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2026-10-09T11:08:25Z</dcterms:created>
  <dcterms:modified xsi:type="dcterms:W3CDTF">2026-10-09T11:08:25Z</dcterms:modified>
</cp:coreProperties>
</file>