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5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many values together, change them, order them and lock them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wants to keep his friends' names, his marks and a class grid.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for every value would be a mess. Today he learns to keep many values in one place.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lis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hash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slicing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fileplus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remove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updown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reverse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lo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grid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trophy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List?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shopping list on your phone keeps items in order. You can add an item, cross one out, or move things around, and it all stays in one place.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 and changeable collection of items kept in one variable, written inside square brackets.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carts, playlists, student names, order histories, search results and almost every collection of records in an app.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SLICING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Has a Position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20440" y="26974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26974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15400" y="26974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1540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2960" y="41148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4224528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0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572000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Ravi, the first item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389120" y="411480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62272" y="4224528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-1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4572000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Zara, the last item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955280" y="411480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28432" y="4224528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1, stop 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4572000"/>
            <a:ext cx="315468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Meena and Arun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3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works exactly like strings. The stop position is not included.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and Removing Items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party, a late guest is added at the end of the list. A friend is squeezed into the middle. Someone is crossed off, and the last guest to leave is removed.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change in place. append() adds at the end, insert() adds at a position, remove() deletes by value and pop() deletes by position and hands the item back.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carts, to do lists, playlists, waiting queues and any collection that grows and shrinks while the app runs.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 CHANGE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List Change Step by Step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774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at the beginning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241401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414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47488" y="241401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47488" y="2414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63056" y="241401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63056" y="2414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78624" y="241401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78624" y="2414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299923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Kiran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at the end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31920" y="30358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31920" y="30358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47488" y="30358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47488" y="30358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63056" y="30358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63056" y="30358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78624" y="30358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78624" y="30358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394192" y="303580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94192" y="303580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6210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Divya at 1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at position 1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931920" y="36576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31920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47488" y="36576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47488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Divya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63056" y="36576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63056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278624" y="36576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278624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394192" y="36576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94192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509760" y="36576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09760" y="36576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731520" y="424281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Arun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by value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931920" y="42793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31920" y="42793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5047488" y="42793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047488" y="42793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Divya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6163056" y="42793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163056" y="42793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278624" y="42793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278624" y="42793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8394192" y="427939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394192" y="42793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731520" y="48646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last item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it and gives it back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3931920" y="490118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931920" y="49011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5047488" y="490118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047488" y="49011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Divya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6163056" y="490118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163056" y="49011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Meena</a:t>
            </a:r>
            <a:endParaRPr lang="en-US" sz="1250" dirty="0"/>
          </a:p>
        </p:txBody>
      </p:sp>
      <p:sp>
        <p:nvSpPr>
          <p:cNvPr id="57" name="Shape 54"/>
          <p:cNvSpPr/>
          <p:nvPr/>
        </p:nvSpPr>
        <p:spPr>
          <a:xfrm>
            <a:off x="7278624" y="490118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278624" y="49011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61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62" name="Shape 58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shows a ValueError if the name is not in the list. Check first, then remove.</a:t>
            </a:r>
            <a:endParaRPr lang="en-US" sz="1400" dirty="0"/>
          </a:p>
        </p:txBody>
      </p:sp>
      <p:sp>
        <p:nvSpPr>
          <p:cNvPr id="65" name="Text 6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Reversing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arranges the class register from the lowest marks to the highest. Flip it over and the topper comes first. The register itself is rearranged.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puts the items of a list in order and reverse() flips the order. Both change the list itself.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Leaderboards, price low to high on shopping sites, alphabetical contact lists and ranked reports.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A LIST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to Ordered and Back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23160"/>
            <a:ext cx="224028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4871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44168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44168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65376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65376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86584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86584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17520" y="3086100"/>
            <a:ext cx="487375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550615" y="2423160"/>
            <a:ext cx="2240280" cy="1325880"/>
          </a:xfrm>
          <a:prstGeom prst="roundRect">
            <a:avLst>
              <a:gd name="adj" fmla="val 689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50615" y="24871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sort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42055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42055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63263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63263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84471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84471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205679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05679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36615" y="3086100"/>
            <a:ext cx="487375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369710" y="2423160"/>
            <a:ext cx="2240280" cy="1325880"/>
          </a:xfrm>
          <a:prstGeom prst="roundRect">
            <a:avLst>
              <a:gd name="adj" fmla="val 689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9710" y="24871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high to low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61150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61150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982358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82358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503566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503566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24774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24774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655710" y="3086100"/>
            <a:ext cx="487375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9188806" y="2423160"/>
            <a:ext cx="2240280" cy="1325880"/>
          </a:xfrm>
          <a:prstGeom prst="roundRect">
            <a:avLst>
              <a:gd name="adj" fmla="val 689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188806" y="24871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reverse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280246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80246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9801454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01454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0322662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322662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0843870" y="3017520"/>
            <a:ext cx="475488" cy="502920"/>
          </a:xfrm>
          <a:prstGeom prst="roundRect">
            <a:avLst>
              <a:gd name="adj" fmla="val 11538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43870" y="301752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731520" y="39319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50" name="Image 1" descr="assets/icon2_sigma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4041648"/>
            <a:ext cx="502920" cy="502920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804672" y="4608576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changes the list itself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822960" y="4956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order is gone after sorting.</a:t>
            </a:r>
            <a:endParaRPr lang="en-US" sz="1350" dirty="0"/>
          </a:p>
        </p:txBody>
      </p:sp>
      <p:sp>
        <p:nvSpPr>
          <p:cNvPr id="53" name="Shape 49"/>
          <p:cNvSpPr/>
          <p:nvPr/>
        </p:nvSpPr>
        <p:spPr>
          <a:xfrm>
            <a:off x="6217920" y="39319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54" name="Image 2" descr="assets/icon2_copy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4041648"/>
            <a:ext cx="502920" cy="502920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6291072" y="4608576"/>
            <a:ext cx="5065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gives a new sorted copy</a:t>
            </a:r>
            <a:endParaRPr lang="en-US" sz="1500" dirty="0"/>
          </a:p>
        </p:txBody>
      </p:sp>
      <p:sp>
        <p:nvSpPr>
          <p:cNvPr id="56" name="Text 51"/>
          <p:cNvSpPr txBox="1"/>
          <p:nvPr/>
        </p:nvSpPr>
        <p:spPr>
          <a:xfrm>
            <a:off x="6309360" y="4956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list stays exactly as it was.</a:t>
            </a:r>
            <a:endParaRPr lang="en-US" sz="1350" dirty="0"/>
          </a:p>
        </p:txBody>
      </p:sp>
      <p:sp>
        <p:nvSpPr>
          <p:cNvPr id="57" name="Shape 5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59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60" name="Shape 5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can also order from high to low. reverse simply flips whatever order the list has right now.</a:t>
            </a:r>
            <a:endParaRPr lang="en-US" sz="1400" dirty="0"/>
          </a:p>
        </p:txBody>
      </p:sp>
      <p:sp>
        <p:nvSpPr>
          <p:cNvPr id="63" name="Text 5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64" name="Text 5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Tuples: A Locked List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date of birth or the location of a shop is recorded once and should never change by accident. A tuple keeps such values safe, like a list that has been locked.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is an ordered collection like a list, written inside round brackets, but it cannot be changed after it is created.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records such as map coordinates, colour codes, days of the week and rows that a database hands to a program.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 TUPLE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Changeable or Locked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0" y="2377440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0" y="2377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237744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23774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657600" y="29260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2926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0" y="292608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items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0" y="3566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80960" y="356616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allowed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item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657600" y="42062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80960" y="420624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0" y="4206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gives a TypeError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846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657600" y="48463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4846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that changes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680960" y="484632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80960" y="4846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that must stay fixed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2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should never change, a tuple protects it for you.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Lists: Lists Inside a List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seating chart or a cricket scoreboard has rows, and each row has its own items. The whole chart is a list of rows, and every row is a list too.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list is a list that holds other lists. To reach an item you give two positions: the row first, then the item inside that row.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spreadsheets, game boards, image pixels and the marks of many students in many subjects.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LISTS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Is a List of Rows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2103120" y="2377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337560" y="2377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377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03120" y="269748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269748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37560" y="269748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37560" y="269748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0" y="269748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269748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4290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103120" y="342900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03120" y="3429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3337560" y="342900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37560" y="3429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0" y="342900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0" y="3429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103120" y="416052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103120" y="416052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337560" y="416052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37560" y="416052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572000" y="4160520"/>
            <a:ext cx="114300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0" y="416052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400800" y="24688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73952" y="2578608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1, column 2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2926080"/>
            <a:ext cx="4846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6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00800" y="34747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73952" y="3584448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2, column 0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492240" y="3931920"/>
            <a:ext cx="484632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7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00800" y="44805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3952" y="4590288"/>
            <a:ext cx="4882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has 3 rows and each row has 3 items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a map: first choose the row, then choose the column.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Are Everywhere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car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a cart or a wish list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music_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and watch lists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gradcap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of every student in a class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truck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stops on a delivery route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checks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List App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tasks, remove finished ones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bag_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remove items, find the total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chartbar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Analyzer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highest, lowest and average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trophy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scores from highest to lowest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list of marks. Show the total, the highest and the lowest.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72, 85, 90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247, Highest 90, Lowest 72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11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Names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list of names and show them in alphabetical order.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Zara, Ravi, Arun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5230368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52303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Arun, Ravi, Zara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List Manager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Ravi, Meena, Arun and Zara. Add one name and remove one name.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Kiran in, Arun out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0" y="5230368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52303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Ravi, Meena, Zara, Kiran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9154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98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98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6926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Totals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grid with two rows of marks. Show the total of every row.</a:t>
            </a:r>
            <a:endParaRPr lang="en-US" sz="135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1440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and 4 5 6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1440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144000" y="5230368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0" y="523036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and 15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lis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holds many items. Use positions and slices to read them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fileplu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change: append, insert, remove, pop, sort and reverse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is a locked list. Nested lists store rows and columns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5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keep many values together, change them, order them, lock them and store rows and columns.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 learns to find data by a name and to keep only unique values.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  ·  Week 1  ·  Day 5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2026-10-09T11:10:09Z</dcterms:created>
  <dcterms:modified xsi:type="dcterms:W3CDTF">2026-10-09T11:10:09Z</dcterms:modified>
</cp:coreProperties>
</file>