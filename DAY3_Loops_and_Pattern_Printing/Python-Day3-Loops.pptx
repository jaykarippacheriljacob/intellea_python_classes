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3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work smartly with for, while, break, continue and nested loops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Class  ·  Theory and concept support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RAVI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5" name="rc_road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521208" cy="521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700000">
            <a:off x="1920240" y="3131820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11680" y="2560320"/>
            <a:ext cx="9418320" cy="1325880"/>
          </a:xfrm>
          <a:prstGeom prst="roundRect">
            <a:avLst>
              <a:gd name="adj" fmla="val 8276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94560" y="256032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has to show a table of 5 and add up 100 numbers.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every line by hand would take forever. Today he teaches Python to repeat the work for him.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88720" y="4846320"/>
            <a:ext cx="97840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repeat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91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loops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36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17" name="Image 3" descr="assets/icon2_listordere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32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365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497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08432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1" name="Image 4" descr="assets/icon2_route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912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6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68046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71500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25" name="Image 5" descr="assets/icon2_infinity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6451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31114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34568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9" name="Image 6" descr="assets/icon2_ban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272" y="464515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2856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94182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continue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63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33" name="Image 7" descr="assets/icon2_grid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952" y="4645152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592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5725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106070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37" name="Image 8" descr="assets/icon2_star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4645152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899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02031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Loops?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has to stamp 50 notebooks. She does the same action for every notebook instead of inventing a new action each time. A loop lets a program repeat an action in the same way.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repeats a block of code many times, until a limit is reached or a condition stops being True.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every row in a file, sending bulk emails, reading each product in a cart, showing every message in a chat and running game turns.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Loop: Visit Every Item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postman walks down a street and visits every house, one by one. At each house he does the same job: deliver the letter. He stops when the last house is done.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goes through a sequence one item at a time and runs the same block of code for every item.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each record of a file, calculating a bill for every customer, checking every product in a store and sending a message to every user.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FLOWCHART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Keeps Going Until Nothing Is Left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606040"/>
            <a:ext cx="1371600" cy="73152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606040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0" y="2606040"/>
            <a:ext cx="2194560" cy="73152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16352" y="2606040"/>
            <a:ext cx="20482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next item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2331720"/>
            <a:ext cx="2560320" cy="128016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89904" y="2331720"/>
            <a:ext cx="15361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item left?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09760" y="2606040"/>
            <a:ext cx="1463040" cy="73152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82912" y="2606040"/>
            <a:ext cx="1316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130552" y="2971800"/>
            <a:ext cx="58521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965192" y="2971800"/>
            <a:ext cx="58521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165592" y="2971800"/>
            <a:ext cx="1316736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8321040" y="26517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0" y="3630168"/>
            <a:ext cx="0" cy="45720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94944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0" y="4114800"/>
            <a:ext cx="2377440" cy="73152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42432" y="4114800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work for that item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 flipH="1">
            <a:off x="3840480" y="4480560"/>
            <a:ext cx="1801368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3840480" y="3383280"/>
            <a:ext cx="0" cy="109728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931920" y="3931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item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VISITED IN ORDER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406908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0" y="4069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1: Ravi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778240" y="448056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778240" y="4480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2: Meena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778240" y="4892040"/>
            <a:ext cx="2651760" cy="347472"/>
          </a:xfrm>
          <a:prstGeom prst="roundRect">
            <a:avLst>
              <a:gd name="adj" fmla="val 15789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0" y="48920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3: Arun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4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checks for another item every time. When there is none, it ends by itself.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range(): A Ready Made Number Series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Numbering seats in a theatre: you choose where to start, where to stop and how many to jump at a time. range() builds such a series of numbers automatically.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produces a series of whole numbers. You can give a stop value, a start and a stop, or a start, a stop and a step. The stop value is never included.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something a fixed number of times, printing tables, numbering rows, paging through records and processing data in batches.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 and Step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4231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number: 5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31920" y="242316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42316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00600" y="242316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242316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0" y="242316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242316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537960" y="242316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7960" y="242316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06640" y="242316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2423160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242316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0 and stops before 5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1729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1 and 6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3931920" y="317296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31729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800600" y="317296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0600" y="31729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0" y="317296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0" y="31729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37960" y="317296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37960" y="31729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7406640" y="3172968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06640" y="3172968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317296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1 and stops before 6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392277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numbers: 2, 11 and 2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3931920" y="3922776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931920" y="392277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800600" y="3922776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00600" y="392277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669280" y="3922776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669280" y="392277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537960" y="3922776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37960" y="392277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7406640" y="3922776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06640" y="3922776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8412480" y="392277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of 2 skips every other number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731520" y="467258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back: 10, 0 and -3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3931920" y="4672584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931920" y="467258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4800600" y="4672584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800600" y="467258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5669280" y="4672584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669280" y="467258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537960" y="4672584"/>
            <a:ext cx="777240" cy="566928"/>
          </a:xfrm>
          <a:prstGeom prst="roundRect">
            <a:avLst>
              <a:gd name="adj" fmla="val 9677"/>
            </a:avLst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537960" y="4672584"/>
            <a:ext cx="777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8412480" y="467258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step counts backwards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54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55" name="Shape 5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 number is never included. A stop of 6 means the last number shown is 5.</a:t>
            </a:r>
            <a:endParaRPr lang="en-US" sz="1400" dirty="0"/>
          </a:p>
        </p:txBody>
      </p:sp>
      <p:sp>
        <p:nvSpPr>
          <p:cNvPr id="58" name="Text 5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59" name="Text 5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Loop: Repeat Until the Condition Fails</a:t>
            </a:r>
            <a:endParaRPr lang="en-US" sz="28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ATM keeps asking for the PIN as long as it is wrong. Nobody knows how many tries it will take. It simply repeats until the answer is right.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repeats a block of code as long as its condition stays True, and stops the moment the condition becomes False.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retries, menu driven programs, waiting for a valid input, reading data until it ends and game loops.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FLOWCHART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First, Then Repeat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834640"/>
            <a:ext cx="1097280" cy="73152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834640"/>
            <a:ext cx="9509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103120" y="2834640"/>
            <a:ext cx="1920240" cy="73152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76272" y="2834640"/>
            <a:ext cx="1773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counter to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2651760"/>
            <a:ext cx="2560320" cy="109728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92624" y="2651760"/>
            <a:ext cx="15361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is 5 or less?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2834640"/>
            <a:ext cx="1828800" cy="73152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62672" y="2834640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counter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784080" y="2834640"/>
            <a:ext cx="1645920" cy="731520"/>
          </a:xfrm>
          <a:prstGeom prst="flowChartProcess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57232" y="2834640"/>
            <a:ext cx="14996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to the counter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856232" y="3200400"/>
            <a:ext cx="21945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50792" y="3200400"/>
            <a:ext cx="40233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068312" y="3200400"/>
            <a:ext cx="49377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445752" y="3200400"/>
            <a:ext cx="31089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690372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607040" y="2395728"/>
            <a:ext cx="0" cy="41148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0720" y="2395728"/>
            <a:ext cx="484632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0" y="2395728"/>
            <a:ext cx="0" cy="22860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7315200" y="24323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the answer is Yes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760720" y="3776472"/>
            <a:ext cx="0" cy="630936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852160" y="3840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937760" y="4434840"/>
            <a:ext cx="1645920" cy="64008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10912" y="4434840"/>
            <a:ext cx="14996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589520" y="41148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62672" y="4224528"/>
            <a:ext cx="36941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starts at 1: shows 1 2 3 4 5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7589520" y="475488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662672" y="4864608"/>
            <a:ext cx="36941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update step: the loop never stops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5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checked before every round. Always change something so it can become False.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continue: Control the Loop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shopper walks through a market. When she finds what she wanted she stops and goes home. When a stall is closed she skips it and moves to the next one.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stops the loop completely. continue skips the rest of the current round and moves on to the next round.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 list until a match is found, skipping blank or invalid records, and stopping a menu when the user types quit.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CONTINUE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Loop or Skip One Round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468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at 6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ends for good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83280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87952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87952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992624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92624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797296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97296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01968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01968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06640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06640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211312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11312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15984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015984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9820656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20656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625328" y="26060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625328" y="26060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338328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1 2 3 4 5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3840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at 4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that round is skipped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383280" y="39776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383280" y="3977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4187952" y="39776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87952" y="3977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992624" y="39776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992624" y="3977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797296" y="39776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797296" y="3977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601968" y="39776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601968" y="3977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7406640" y="39776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06640" y="3977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8211312" y="3977640"/>
            <a:ext cx="713232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11312" y="3977640"/>
            <a:ext cx="713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338328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shown: 1 2 3 5 6 7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6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leaves the loop. continue stays in the loop and just jumps to the next round.</a:t>
            </a:r>
            <a:endParaRPr lang="en-US" sz="1400" dirty="0"/>
          </a:p>
        </p:txBody>
      </p:sp>
      <p:sp>
        <p:nvSpPr>
          <p:cNvPr id="50" name="Text 4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Loops: A Loop Inside a Loop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clock. For every hour the minute hand goes all the way around. Or a theatre: for each row you walk past every seat in that row before moving to the next row.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loop is a loop placed inside another loop. The inner loop finishes all its rounds for every single round of the outer loop.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grids, seating charts, image and matrix processing, pattern printing and comparing every item with every other item.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Rows, Three Columns, Nine Steps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468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round 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246888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00400" y="24688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43400" y="246888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43400" y="24688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0" y="246888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24688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2461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round 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200400" y="324612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0400" y="32461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343400" y="324612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43400" y="32461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486400" y="324612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0" y="32461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round 3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200400" y="402336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00400" y="40233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343400" y="402336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43400" y="40233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5486400" y="4023360"/>
            <a:ext cx="1005840" cy="594360"/>
          </a:xfrm>
          <a:prstGeom prst="roundRect">
            <a:avLst>
              <a:gd name="adj" fmla="val 9231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0" y="40233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 fills one full row each time.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23760" y="24688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96912" y="2578608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picks the row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2907792"/>
            <a:ext cx="4023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1, 2 and 3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223760" y="33832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96912" y="3493008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fills the row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0" y="3822192"/>
            <a:ext cx="4023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1, 2 and 3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223760" y="42976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96912" y="4407408"/>
            <a:ext cx="405993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rounds of 3 rounds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7315200" y="4736592"/>
            <a:ext cx="402336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steps in total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9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loop restarts from the beginning every time the outer loop moves on.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PRINTING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From the Outer Loop, Columns From the Inner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6888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2542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triangle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0" y="2468880"/>
            <a:ext cx="3200400" cy="2240280"/>
          </a:xfrm>
          <a:prstGeom prst="roundRect">
            <a:avLst>
              <a:gd name="adj" fmla="val 4082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2542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4754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triangle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80960" y="2468880"/>
            <a:ext cx="3749040" cy="2240280"/>
          </a:xfrm>
          <a:prstGeom prst="roundRect">
            <a:avLst>
              <a:gd name="adj" fmla="val 4082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5" name="Image 1" descr="assets/icon2_grid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020" y="257860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754112" y="3145536"/>
            <a:ext cx="360273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rows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0" y="3511296"/>
            <a:ext cx="35661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 loop picks the row number. The inner loop fills that row. Row 3 holds three stars, or the numbers 1 2 3.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0" name="Image 2" descr="assets/icon2_user_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pattern on paper first. Count how many items each row needs.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Do the Repeating Work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8" name="Image 1" descr="assets/icon2_ba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1693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calculated for every account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1" name="Image 2" descr="assets/icon2_car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8561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item in a cart to find the total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4" name="Image 3" descr="assets/icon2_phon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542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messages sent to every customer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7" name="Image 4" descr="assets/icon2_gradcap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22976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processed for every student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projects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1" name="Image 5" descr="assets/icon2_listordered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91693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Table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any table in a few lines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179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4" name="Image 6" descr="assets/icon2_mail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785616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94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Email Sender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same mail to a whole list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179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7" name="Image 7" descr="assets/icon2_lock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65429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494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Retry Login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again until the password is right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179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8" descr="assets/icon2_star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522976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494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and Star Designs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shapes row by row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Practice Challenges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5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number. Show its table from 1 to 10.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5230368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03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x 1 = 5 and so on up to 5 x 10 = 50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4290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18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11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1 to 100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the numbers from 1 to 100 and show the total.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6576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input needed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0" y="5230368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0" y="52303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5050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number. Multiply all numbers from 1 up to it.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0" y="5230368"/>
            <a:ext cx="2103120" cy="822960"/>
          </a:xfrm>
          <a:prstGeom prst="roundRect">
            <a:avLst>
              <a:gd name="adj" fmla="val 666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5230368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915400" y="2395728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0982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98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9692640" y="250545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Triangle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144000" y="3172968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number of rows. Print a triangle of stars.</a:t>
            </a:r>
            <a:endParaRPr lang="en-US" sz="1350" dirty="0"/>
          </a:p>
        </p:txBody>
      </p:sp>
      <p:sp>
        <p:nvSpPr>
          <p:cNvPr id="44" name="Text 41"/>
          <p:cNvSpPr txBox="1"/>
          <p:nvPr/>
        </p:nvSpPr>
        <p:spPr>
          <a:xfrm>
            <a:off x="9144000" y="4178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144000" y="44531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4000" y="445312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144000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144000" y="5230368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0" y="523036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9464040" y="5230368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****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Ravi Learned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each one.</a:t>
            </a:r>
            <a:endParaRPr lang="en-US" sz="1400" dirty="0"/>
          </a:p>
        </p:txBody>
      </p:sp>
      <p:sp>
        <p:nvSpPr>
          <p:cNvPr id="6" name="rc_8"/>
          <p:cNvSpPr/>
          <p:nvPr/>
        </p:nvSpPr>
        <p:spPr>
          <a:xfrm>
            <a:off x="45720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assets/icon2_listordere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visits each item. range() builds the numbers it needs</a:t>
            </a:r>
            <a:endParaRPr lang="en-US" sz="1600" dirty="0"/>
          </a:p>
        </p:txBody>
      </p:sp>
      <p:sp>
        <p:nvSpPr>
          <p:cNvPr id="9" name="rc_9"/>
          <p:cNvSpPr/>
          <p:nvPr/>
        </p:nvSpPr>
        <p:spPr>
          <a:xfrm>
            <a:off x="429768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assets/icon2_infinity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54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repeats until its condition fails. break stops, continue skips</a:t>
            </a:r>
            <a:endParaRPr lang="en-US" sz="1600" dirty="0"/>
          </a:p>
        </p:txBody>
      </p:sp>
      <p:sp>
        <p:nvSpPr>
          <p:cNvPr id="12" name="rc_10"/>
          <p:cNvSpPr/>
          <p:nvPr/>
        </p:nvSpPr>
        <p:spPr>
          <a:xfrm>
            <a:off x="813816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assets/icon2_grid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1546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inside a loop builds grids, tables and patterns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02" dur="500" fill="hold"/>
                            <p:tgtEl>
                              <p:spTgt spid="6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12" dur="500" fill="hold"/>
                            <p:tgtEl>
                              <p:spTgt spid="9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3 COMPLETE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can now repeat work with for and while loops, control them, and build tables and patterns.</a:t>
            </a:r>
            <a:endParaRPr lang="en-US" sz="1700" dirty="0"/>
          </a:p>
        </p:txBody>
      </p:sp>
      <p:sp>
        <p:nvSpPr>
          <p:cNvPr id="8" name="rc_next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1B4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NEXT, DAY 4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Ravi learns to slice, clean and format text, the data every app handles all day.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 ·  Week 1  ·  Day 3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2026-10-09T11:06:20Z</dcterms:created>
  <dcterms:modified xsi:type="dcterms:W3CDTF">2026-10-09T11:06:20Z</dcterms:modified>
</cp:coreProperties>
</file>